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ource Han Sans KR Bold" charset="1" panose="020B0800000000000000"/>
      <p:regular r:id="rId15"/>
    </p:embeddedFont>
    <p:embeddedFont>
      <p:font typeface="Barlow Condensed Bold" charset="1" panose="00000806000000000000"/>
      <p:regular r:id="rId16"/>
    </p:embeddedFont>
    <p:embeddedFont>
      <p:font typeface="Source Han Sans KR Medium" charset="1" panose="020B0600000000000000"/>
      <p:regular r:id="rId17"/>
    </p:embeddedFont>
    <p:embeddedFont>
      <p:font typeface="Barlow Condensed" charset="1" panose="00000506000000000000"/>
      <p:regular r:id="rId18"/>
    </p:embeddedFont>
    <p:embeddedFont>
      <p:font typeface="Source Han Sans KR" charset="1" panose="020B0400000000000000"/>
      <p:regular r:id="rId19"/>
    </p:embeddedFont>
    <p:embeddedFont>
      <p:font typeface="Barlow Condensed Medium" charset="1" panose="00000606000000000000"/>
      <p:regular r:id="rId20"/>
    </p:embeddedFont>
    <p:embeddedFont>
      <p:font typeface="Normung Bold" charset="1" panose="020005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33119" y="6841007"/>
            <a:ext cx="580321" cy="1015879"/>
          </a:xfrm>
          <a:custGeom>
            <a:avLst/>
            <a:gdLst/>
            <a:ahLst/>
            <a:cxnLst/>
            <a:rect r="r" b="b" t="t" l="l"/>
            <a:pathLst>
              <a:path h="1015879" w="580321">
                <a:moveTo>
                  <a:pt x="0" y="0"/>
                </a:moveTo>
                <a:lnTo>
                  <a:pt x="580321" y="0"/>
                </a:lnTo>
                <a:lnTo>
                  <a:pt x="580321" y="1015879"/>
                </a:lnTo>
                <a:lnTo>
                  <a:pt x="0" y="10158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82212" y="3413652"/>
            <a:ext cx="902972" cy="847562"/>
          </a:xfrm>
          <a:custGeom>
            <a:avLst/>
            <a:gdLst/>
            <a:ahLst/>
            <a:cxnLst/>
            <a:rect r="r" b="b" t="t" l="l"/>
            <a:pathLst>
              <a:path h="847562" w="902972">
                <a:moveTo>
                  <a:pt x="0" y="0"/>
                </a:moveTo>
                <a:lnTo>
                  <a:pt x="902972" y="0"/>
                </a:lnTo>
                <a:lnTo>
                  <a:pt x="902972" y="847562"/>
                </a:lnTo>
                <a:lnTo>
                  <a:pt x="0" y="8475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267450" y="5667375"/>
            <a:ext cx="5753100" cy="1082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68"/>
              </a:lnSpc>
              <a:spcBef>
                <a:spcPct val="0"/>
              </a:spcBef>
            </a:pPr>
            <a:r>
              <a:rPr lang="en-US" b="true" sz="3120" spc="-62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공기 관리부터 식물 관리까지, 하나로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5559" y="4252307"/>
            <a:ext cx="12596882" cy="157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31"/>
              </a:lnSpc>
              <a:spcBef>
                <a:spcPct val="0"/>
              </a:spcBef>
            </a:pPr>
            <a:r>
              <a:rPr lang="en-US" b="true" sz="11991" strike="noStrike" u="none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반려식물봇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19925" y="7829550"/>
            <a:ext cx="5715000" cy="64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56" strike="noStrike" u="none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발표자: 김재민 | 팀명: 스텝업(Team StepUp)</a:t>
            </a:r>
          </a:p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56" strike="noStrike" u="none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팀원: 문채원, 신이서, 민성열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045040" y="3986829"/>
            <a:ext cx="6783476" cy="442671"/>
            <a:chOff x="0" y="0"/>
            <a:chExt cx="1786595" cy="116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6595" cy="116588"/>
            </a:xfrm>
            <a:custGeom>
              <a:avLst/>
              <a:gdLst/>
              <a:ahLst/>
              <a:cxnLst/>
              <a:rect r="r" b="b" t="t" l="l"/>
              <a:pathLst>
                <a:path h="116588" w="1786595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48976" y="3986829"/>
            <a:ext cx="6216066" cy="3860820"/>
          </a:xfrm>
          <a:custGeom>
            <a:avLst/>
            <a:gdLst/>
            <a:ahLst/>
            <a:cxnLst/>
            <a:rect r="r" b="b" t="t" l="l"/>
            <a:pathLst>
              <a:path h="3860820" w="6216066">
                <a:moveTo>
                  <a:pt x="0" y="0"/>
                </a:moveTo>
                <a:lnTo>
                  <a:pt x="6216065" y="0"/>
                </a:lnTo>
                <a:lnTo>
                  <a:pt x="6216065" y="3860819"/>
                </a:lnTo>
                <a:lnTo>
                  <a:pt x="0" y="3860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" r="0" b="-1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04895" y="4108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72200" y="2876550"/>
            <a:ext cx="57531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0" strike="noStrike" u="non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IS 반려식물봇?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2200" y="2200275"/>
            <a:ext cx="5753100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40"/>
              </a:lnSpc>
              <a:spcBef>
                <a:spcPct val="0"/>
              </a:spcBef>
            </a:pPr>
            <a:r>
              <a:rPr lang="en-US" b="true" sz="4100" spc="-82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반려식물봇이란?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8800" y="4010025"/>
            <a:ext cx="25717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한 줄 요약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48750" y="4705350"/>
            <a:ext cx="7439025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공기 관리와 식물 관리가 동시에 되는 스마트 기기입니다.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공기청정기 + 에어컨 + 히터 + 식물 재배 공간이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하나의 기기에 모두 들어 있습니다.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가격: 110만원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098381" y="3986236"/>
            <a:ext cx="3279783" cy="327978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378164" y="5626127"/>
            <a:ext cx="1494022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10334329" y="4087693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334329" y="5626127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334329" y="7167710"/>
            <a:ext cx="4683914" cy="0"/>
          </a:xfrm>
          <a:prstGeom prst="line">
            <a:avLst/>
          </a:prstGeom>
          <a:ln cap="flat" w="38100">
            <a:solidFill>
              <a:srgbClr val="DDC1A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169658" y="4087693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169658" y="5626127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169658" y="7167710"/>
            <a:ext cx="216467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8172450" y="4219575"/>
            <a:ext cx="21717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공기 관리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72200" y="2876550"/>
            <a:ext cx="575310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0" strike="noStrike" u="non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4가지 핵심 기능을 한눈에 정리했어요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172200" y="2200275"/>
            <a:ext cx="5753100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40"/>
              </a:lnSpc>
              <a:spcBef>
                <a:spcPct val="0"/>
              </a:spcBef>
            </a:pPr>
            <a:r>
              <a:rPr lang="en-US" b="true" sz="4100" spc="-82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핵심 4대 기능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14725" y="5200650"/>
            <a:ext cx="2371725" cy="84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3297" strike="noStrike" u="none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4대</a:t>
            </a:r>
          </a:p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3297" strike="noStrike" u="none">
                <a:solidFill>
                  <a:srgbClr val="FFFFFF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기능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72450" y="5753100"/>
            <a:ext cx="21717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사용 편의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72450" y="7296150"/>
            <a:ext cx="21717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바닥 청소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34625" y="4200525"/>
            <a:ext cx="485775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공기청정기: 미세먼지 제거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에어컨: 여름에 시원하게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히터: 겨울에 따뜻하게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34625" y="5734050"/>
            <a:ext cx="485775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OLED 화면으로 상태 확인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터치 시스템으로 쉽게 조작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햇빛 따라 자동으로 이동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34625" y="7277100"/>
            <a:ext cx="485775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바닥 로봇청소기 기능 탑재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이동하며 주변을 자동 정리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별도 청소기 필요 없음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045040" y="3986829"/>
            <a:ext cx="6783476" cy="442671"/>
            <a:chOff x="0" y="0"/>
            <a:chExt cx="1786595" cy="116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6595" cy="116588"/>
            </a:xfrm>
            <a:custGeom>
              <a:avLst/>
              <a:gdLst/>
              <a:ahLst/>
              <a:cxnLst/>
              <a:rect r="r" b="b" t="t" l="l"/>
              <a:pathLst>
                <a:path h="116588" w="1786595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48976" y="3986829"/>
            <a:ext cx="6216066" cy="3860820"/>
          </a:xfrm>
          <a:custGeom>
            <a:avLst/>
            <a:gdLst/>
            <a:ahLst/>
            <a:cxnLst/>
            <a:rect r="r" b="b" t="t" l="l"/>
            <a:pathLst>
              <a:path h="3860820" w="6216066">
                <a:moveTo>
                  <a:pt x="0" y="0"/>
                </a:moveTo>
                <a:lnTo>
                  <a:pt x="6216065" y="0"/>
                </a:lnTo>
                <a:lnTo>
                  <a:pt x="6216065" y="3860819"/>
                </a:lnTo>
                <a:lnTo>
                  <a:pt x="0" y="3860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" r="0" b="-1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04895" y="4108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72430" y="2864224"/>
            <a:ext cx="5745219" cy="39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sz="2298" spc="459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PLANT GROWING SPACE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2430" y="2201557"/>
            <a:ext cx="5745219" cy="69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5"/>
              </a:lnSpc>
            </a:pPr>
            <a:r>
              <a:rPr lang="en-US" b="true" sz="4097" spc="-81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다섯 종류 식물 재배 공간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1516" y="4012285"/>
            <a:ext cx="2569271" cy="31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8"/>
              </a:lnSpc>
            </a:pPr>
            <a:r>
              <a:rPr lang="en-US" b="true" sz="1898" spc="-3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펼쳐지는 상단 디자인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45040" y="4702679"/>
            <a:ext cx="7432588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반려식물봇의 상단 덮개는 버튼 하나로 펼쳐지며, 5가지 식물을 동시에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키울 수 있는 개별 재배 공간이 나타납니다. 각 공간은 독립적으로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관리되어 서로 다른 식물을 함께 키울 수 있습니다.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허브, 다육식물, 관엽식물 등 다양한 종류의 식물을 한 기기에서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동시에 재배할 수 있어 공간 활용도가 매우 높습니다.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자동급수 및 햇빛 추적 기능과 연동되어, 각 식물이 필요로 하는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환경을 스스로 맞춰줍니다. 바쁜 일상 속에서도 식물과 함께하는</a:t>
            </a:r>
          </a:p>
          <a:p>
            <a:pPr algn="l" marL="0" indent="0" lvl="0">
              <a:lnSpc>
                <a:spcPts val="2520"/>
              </a:lnSpc>
            </a:pPr>
            <a:r>
              <a:rPr lang="en-US" sz="1800" spc="-72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풍요로운 생활을 경험해보세요.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915106" y="4824618"/>
            <a:ext cx="2832651" cy="442671"/>
            <a:chOff x="0" y="0"/>
            <a:chExt cx="746048" cy="1165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074961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908542" y="5378702"/>
            <a:ext cx="2839215" cy="1452381"/>
            <a:chOff x="0" y="0"/>
            <a:chExt cx="747777" cy="382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60857" y="4824618"/>
            <a:ext cx="2832651" cy="442671"/>
            <a:chOff x="0" y="0"/>
            <a:chExt cx="746048" cy="116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220713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204872" y="4824618"/>
            <a:ext cx="2832651" cy="442671"/>
            <a:chOff x="0" y="0"/>
            <a:chExt cx="746048" cy="1165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54293" y="5378702"/>
            <a:ext cx="2839215" cy="1452381"/>
            <a:chOff x="0" y="0"/>
            <a:chExt cx="747777" cy="382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364727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198308" y="5378702"/>
            <a:ext cx="2839215" cy="1452381"/>
            <a:chOff x="0" y="0"/>
            <a:chExt cx="747777" cy="382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42323" y="5378702"/>
            <a:ext cx="2839215" cy="1452381"/>
            <a:chOff x="0" y="0"/>
            <a:chExt cx="747777" cy="382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47777" cy="382520"/>
            </a:xfrm>
            <a:custGeom>
              <a:avLst/>
              <a:gdLst/>
              <a:ahLst/>
              <a:cxnLst/>
              <a:rect r="r" b="b" t="t" l="l"/>
              <a:pathLst>
                <a:path h="382520" w="747777">
                  <a:moveTo>
                    <a:pt x="0" y="0"/>
                  </a:moveTo>
                  <a:lnTo>
                    <a:pt x="747777" y="0"/>
                  </a:lnTo>
                  <a:lnTo>
                    <a:pt x="747777" y="382520"/>
                  </a:lnTo>
                  <a:lnTo>
                    <a:pt x="0" y="382520"/>
                  </a:ln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47777" cy="420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07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8886" y="4824618"/>
            <a:ext cx="2832651" cy="442671"/>
            <a:chOff x="0" y="0"/>
            <a:chExt cx="746048" cy="1165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6048" cy="116588"/>
            </a:xfrm>
            <a:custGeom>
              <a:avLst/>
              <a:gdLst/>
              <a:ahLst/>
              <a:cxnLst/>
              <a:rect r="r" b="b" t="t" l="l"/>
              <a:pathLst>
                <a:path h="116588" w="746048">
                  <a:moveTo>
                    <a:pt x="0" y="0"/>
                  </a:moveTo>
                  <a:lnTo>
                    <a:pt x="746048" y="0"/>
                  </a:lnTo>
                  <a:lnTo>
                    <a:pt x="746048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746048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2508742" y="494632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110113" y="4114592"/>
            <a:ext cx="436073" cy="436073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255864" y="4114592"/>
            <a:ext cx="436073" cy="436073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399879" y="4114592"/>
            <a:ext cx="436073" cy="436073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43893" y="4114592"/>
            <a:ext cx="436073" cy="436073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3324225" y="4876800"/>
            <a:ext cx="22479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센서 감지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162300" y="5581650"/>
            <a:ext cx="240982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빛 센서가 실내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햇빛 양과 위치를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실시간으로 파악합니다.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467475" y="4876800"/>
            <a:ext cx="22479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제어부 판단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05550" y="5581650"/>
            <a:ext cx="240982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제어부가 데이터를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분석해 이동 방향과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거리를 결정합니다.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10725" y="4876800"/>
            <a:ext cx="22479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모터 이동</a:t>
            </a:r>
          </a:p>
        </p:txBody>
      </p:sp>
      <p:sp>
        <p:nvSpPr>
          <p:cNvPr name="AutoShape 56" id="56"/>
          <p:cNvSpPr/>
          <p:nvPr/>
        </p:nvSpPr>
        <p:spPr>
          <a:xfrm flipV="true">
            <a:off x="2908542" y="4332629"/>
            <a:ext cx="122729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7" id="57"/>
          <p:cNvSpPr txBox="true"/>
          <p:nvPr/>
        </p:nvSpPr>
        <p:spPr>
          <a:xfrm rot="0">
            <a:off x="12753975" y="4876800"/>
            <a:ext cx="224790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최적 위치 도달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448800" y="5581650"/>
            <a:ext cx="240982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바퀴 모터가 작동해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기기가 햇빛 방향으로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조금씩 움직입니다.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592050" y="5581650"/>
            <a:ext cx="2409825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식물이 가장 많은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햇빛을 받을 수 있는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-72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자리에 자동 정착합니다.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172200" y="2876550"/>
            <a:ext cx="57531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0" strike="noStrike" u="non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HOW IT WORKS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172200" y="2200275"/>
            <a:ext cx="5753100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40"/>
              </a:lnSpc>
              <a:spcBef>
                <a:spcPct val="0"/>
              </a:spcBef>
            </a:pPr>
            <a:r>
              <a:rPr lang="en-US" b="true" sz="4100" spc="-82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기술 적용 방식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012318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158069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02084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3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446099" y="4151971"/>
            <a:ext cx="631663" cy="32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8"/>
              </a:lnSpc>
              <a:spcBef>
                <a:spcPct val="0"/>
              </a:spcBef>
            </a:pPr>
            <a:r>
              <a:rPr lang="en-US" sz="1898">
                <a:solidFill>
                  <a:srgbClr val="FFFFFF"/>
                </a:solidFill>
                <a:latin typeface="Normung Bold"/>
                <a:ea typeface="Normung Bold"/>
                <a:cs typeface="Normung Bold"/>
                <a:sym typeface="Normung Bold"/>
              </a:rPr>
              <a:t>4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886200" y="7505700"/>
            <a:ext cx="1052512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pc="-65" strike="noStrike" u="none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센서 → 제어부 → 모터, 이 세 단계로 식물이 항상 최적의 햇빛을 받습니다.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045040" y="3986829"/>
            <a:ext cx="6783476" cy="442671"/>
            <a:chOff x="0" y="0"/>
            <a:chExt cx="1786595" cy="116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86595" cy="116588"/>
            </a:xfrm>
            <a:custGeom>
              <a:avLst/>
              <a:gdLst/>
              <a:ahLst/>
              <a:cxnLst/>
              <a:rect r="r" b="b" t="t" l="l"/>
              <a:pathLst>
                <a:path h="116588" w="1786595">
                  <a:moveTo>
                    <a:pt x="0" y="0"/>
                  </a:moveTo>
                  <a:lnTo>
                    <a:pt x="1786595" y="0"/>
                  </a:lnTo>
                  <a:lnTo>
                    <a:pt x="1786595" y="116588"/>
                  </a:lnTo>
                  <a:lnTo>
                    <a:pt x="0" y="116588"/>
                  </a:lnTo>
                  <a:close/>
                </a:path>
              </a:pathLst>
            </a:custGeom>
            <a:solidFill>
              <a:srgbClr val="22222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86595" cy="16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248976" y="3986829"/>
            <a:ext cx="6216066" cy="3860820"/>
          </a:xfrm>
          <a:custGeom>
            <a:avLst/>
            <a:gdLst/>
            <a:ahLst/>
            <a:cxnLst/>
            <a:rect r="r" b="b" t="t" l="l"/>
            <a:pathLst>
              <a:path h="3860820" w="6216066">
                <a:moveTo>
                  <a:pt x="0" y="0"/>
                </a:moveTo>
                <a:lnTo>
                  <a:pt x="6216065" y="0"/>
                </a:lnTo>
                <a:lnTo>
                  <a:pt x="6216065" y="3860819"/>
                </a:lnTo>
                <a:lnTo>
                  <a:pt x="0" y="38608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" r="0" b="-1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04895" y="4108536"/>
            <a:ext cx="172107" cy="199256"/>
          </a:xfrm>
          <a:custGeom>
            <a:avLst/>
            <a:gdLst/>
            <a:ahLst/>
            <a:cxnLst/>
            <a:rect r="r" b="b" t="t" l="l"/>
            <a:pathLst>
              <a:path h="199256" w="172107">
                <a:moveTo>
                  <a:pt x="0" y="0"/>
                </a:moveTo>
                <a:lnTo>
                  <a:pt x="172107" y="0"/>
                </a:lnTo>
                <a:lnTo>
                  <a:pt x="172107" y="199256"/>
                </a:lnTo>
                <a:lnTo>
                  <a:pt x="0" y="1992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72200" y="2876550"/>
            <a:ext cx="57531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0" strike="noStrike" u="none">
                <a:solidFill>
                  <a:srgbClr val="00000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AUTO WATERING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2200" y="2200275"/>
            <a:ext cx="5753100" cy="6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40"/>
              </a:lnSpc>
              <a:spcBef>
                <a:spcPct val="0"/>
              </a:spcBef>
            </a:pPr>
            <a:r>
              <a:rPr lang="en-US" b="true" sz="4100" spc="-82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자동급수 기능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8800" y="4010025"/>
            <a:ext cx="2571750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b="true" sz="1899" spc="-37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스마트 자동 급수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48750" y="4733925"/>
            <a:ext cx="7439025" cy="196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토양 수분 센서가 흙 상태를 실시간으로 확인합니다.</a:t>
            </a:r>
          </a:p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물이 부족하면 자동으로 적정량만 공급합니다.</a:t>
            </a:r>
          </a:p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✔ 과습·건조 걱정 없음</a:t>
            </a:r>
          </a:p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✔ 식물 종류별 맞춤 급수</a:t>
            </a:r>
          </a:p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✔ 물탱크 부족 시 OLED 알림</a:t>
            </a:r>
          </a:p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pc="-56" strike="noStrike" u="none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바쁜 일상에서도 식물이 알아서 건강하게 자랍니다.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34000" y="2028825"/>
            <a:ext cx="762000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b="true" sz="38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기대효과 &amp; 마케팅 방법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71675" y="3238500"/>
            <a:ext cx="6477000" cy="4000500"/>
            <a:chOff x="0" y="0"/>
            <a:chExt cx="8636000" cy="533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6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8636000">
                  <a:moveTo>
                    <a:pt x="533400" y="0"/>
                  </a:moveTo>
                  <a:lnTo>
                    <a:pt x="8102600" y="0"/>
                  </a:lnTo>
                  <a:cubicBezTo>
                    <a:pt x="8397189" y="0"/>
                    <a:pt x="8636000" y="238811"/>
                    <a:pt x="8636000" y="533400"/>
                  </a:cubicBezTo>
                  <a:lnTo>
                    <a:pt x="8636000" y="4800600"/>
                  </a:lnTo>
                  <a:cubicBezTo>
                    <a:pt x="8636000" y="5095189"/>
                    <a:pt x="8397189" y="5334000"/>
                    <a:pt x="8102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636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52675" y="3476625"/>
            <a:ext cx="571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DDC1A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기대효과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47925" y="3981450"/>
            <a:ext cx="552450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식물 관리가 쉬워짐 (자동급수 + 햇빛 추적)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실내 공기와 온도를 동시에 관리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로봇청소기 기능으로 바닥까지 깨끗하게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39325" y="3238500"/>
            <a:ext cx="6477000" cy="4000500"/>
            <a:chOff x="0" y="0"/>
            <a:chExt cx="8636000" cy="533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6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8636000">
                  <a:moveTo>
                    <a:pt x="533400" y="0"/>
                  </a:moveTo>
                  <a:lnTo>
                    <a:pt x="8102600" y="0"/>
                  </a:lnTo>
                  <a:cubicBezTo>
                    <a:pt x="8397189" y="0"/>
                    <a:pt x="8636000" y="238811"/>
                    <a:pt x="8636000" y="533400"/>
                  </a:cubicBezTo>
                  <a:lnTo>
                    <a:pt x="8636000" y="4800600"/>
                  </a:lnTo>
                  <a:cubicBezTo>
                    <a:pt x="8636000" y="5095189"/>
                    <a:pt x="8397189" y="5334000"/>
                    <a:pt x="8102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36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20325" y="3476625"/>
            <a:ext cx="571500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DDC1A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마케팅 방법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15575" y="3981450"/>
            <a:ext cx="552450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SNS 체험 후기 &amp; 인플루언서 협업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오프라인 팝업스토어 체험형 홍보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• 대학생 타겟 할인 이벤트 진행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381500" y="7505700"/>
            <a:ext cx="9525000" cy="23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66666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가격: 1,100,000원 (공기청정기+에어컨+히터+식물재배+로봇청소기 올인원)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12276" y="3392370"/>
            <a:ext cx="2263449" cy="2243643"/>
          </a:xfrm>
          <a:custGeom>
            <a:avLst/>
            <a:gdLst/>
            <a:ahLst/>
            <a:cxnLst/>
            <a:rect r="r" b="b" t="t" l="l"/>
            <a:pathLst>
              <a:path h="2243643" w="2263449">
                <a:moveTo>
                  <a:pt x="0" y="0"/>
                </a:moveTo>
                <a:lnTo>
                  <a:pt x="2263448" y="0"/>
                </a:lnTo>
                <a:lnTo>
                  <a:pt x="2263448" y="2243644"/>
                </a:lnTo>
                <a:lnTo>
                  <a:pt x="0" y="22436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21239" y="5749799"/>
            <a:ext cx="10445522" cy="114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16"/>
              </a:lnSpc>
            </a:pPr>
            <a:r>
              <a:rPr lang="en-US" b="true" sz="3297" spc="-11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궁금한 점이 있으시면</a:t>
            </a:r>
          </a:p>
          <a:p>
            <a:pPr algn="ctr" marL="0" indent="0" lvl="0">
              <a:lnSpc>
                <a:spcPts val="4616"/>
              </a:lnSpc>
            </a:pPr>
            <a:r>
              <a:rPr lang="en-US" b="true" sz="3297" spc="-115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질문해 주세요!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135" y="1288963"/>
            <a:ext cx="15743650" cy="7916543"/>
            <a:chOff x="0" y="0"/>
            <a:chExt cx="4146476" cy="208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73215" y="1081494"/>
            <a:ext cx="15743650" cy="7916543"/>
            <a:chOff x="0" y="0"/>
            <a:chExt cx="4146476" cy="2085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46476" cy="2085015"/>
            </a:xfrm>
            <a:custGeom>
              <a:avLst/>
              <a:gdLst/>
              <a:ahLst/>
              <a:cxnLst/>
              <a:rect r="r" b="b" t="t" l="l"/>
              <a:pathLst>
                <a:path h="2085015" w="4146476">
                  <a:moveTo>
                    <a:pt x="0" y="0"/>
                  </a:moveTo>
                  <a:lnTo>
                    <a:pt x="4146476" y="0"/>
                  </a:lnTo>
                  <a:lnTo>
                    <a:pt x="4146476" y="2085015"/>
                  </a:lnTo>
                  <a:lnTo>
                    <a:pt x="0" y="208501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146476" cy="2132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173215" y="1759835"/>
            <a:ext cx="1574365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328550" y="1255727"/>
            <a:ext cx="298154" cy="298154"/>
          </a:xfrm>
          <a:custGeom>
            <a:avLst/>
            <a:gdLst/>
            <a:ahLst/>
            <a:cxnLst/>
            <a:rect r="r" b="b" t="t" l="l"/>
            <a:pathLst>
              <a:path h="298154" w="298154">
                <a:moveTo>
                  <a:pt x="0" y="0"/>
                </a:moveTo>
                <a:lnTo>
                  <a:pt x="298154" y="0"/>
                </a:lnTo>
                <a:lnTo>
                  <a:pt x="298154" y="298154"/>
                </a:lnTo>
                <a:lnTo>
                  <a:pt x="0" y="298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8977" y="1308013"/>
            <a:ext cx="747888" cy="245868"/>
          </a:xfrm>
          <a:custGeom>
            <a:avLst/>
            <a:gdLst/>
            <a:ahLst/>
            <a:cxnLst/>
            <a:rect r="r" b="b" t="t" l="l"/>
            <a:pathLst>
              <a:path h="245868" w="747888">
                <a:moveTo>
                  <a:pt x="0" y="0"/>
                </a:moveTo>
                <a:lnTo>
                  <a:pt x="747888" y="0"/>
                </a:lnTo>
                <a:lnTo>
                  <a:pt x="747888" y="245868"/>
                </a:lnTo>
                <a:lnTo>
                  <a:pt x="0" y="245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33625" y="4495800"/>
            <a:ext cx="1362075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경청해주셔서 감사합니다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81500" y="3581400"/>
            <a:ext cx="952500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66666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대한민국을 이끌어갈 여러분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DAHSIUfCp_Y</dc:identifier>
  <dcterms:modified xsi:type="dcterms:W3CDTF">2011-08-01T06:04:30Z</dcterms:modified>
  <cp:revision>1</cp:revision>
  <dc:title>반려식물봇 새 PPT 제작</dc:title>
</cp:coreProperties>
</file>